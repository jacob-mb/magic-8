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89913" y="1658268"/>
            <a:ext cx="8858711" cy="2463046"/>
            <a:chOff x="189913" y="2171060"/>
            <a:chExt cx="8858711" cy="2463046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3885481" y="3381165"/>
              <a:ext cx="1483694" cy="1246370"/>
              <a:chOff x="3703297" y="1721177"/>
              <a:chExt cx="1483694" cy="124637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703297" y="1721177"/>
                <a:ext cx="1483694" cy="1246370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`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842265" y="2113529"/>
                <a:ext cx="1268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/>
                    <a:cs typeface="Times New Roman"/>
                  </a:rPr>
                  <a:t>Magic-8</a:t>
                </a:r>
              </a:p>
            </p:txBody>
          </p:sp>
        </p:grpSp>
        <p:cxnSp>
          <p:nvCxnSpPr>
            <p:cNvPr id="25" name="Straight Arrow Connector 24"/>
            <p:cNvCxnSpPr>
              <a:stCxn id="4" idx="6"/>
              <a:endCxn id="18" idx="1"/>
            </p:cNvCxnSpPr>
            <p:nvPr/>
          </p:nvCxnSpPr>
          <p:spPr>
            <a:xfrm flipV="1">
              <a:off x="1436215" y="4004350"/>
              <a:ext cx="2449266" cy="657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69175" y="4010921"/>
              <a:ext cx="2449266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495894" y="2171060"/>
              <a:ext cx="2127505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/>
                  <a:cs typeface="Times New Roman"/>
                </a:rPr>
                <a:t>Inputs: 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Puzzle selection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Value entry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Game controls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UI interaction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Account Information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69175" y="2171060"/>
              <a:ext cx="267893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/>
                  <a:cs typeface="Times New Roman"/>
                </a:rPr>
                <a:t>Outputs: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3D-Visualization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Pattern/Puzzle Information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Validation feedback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Progress and results</a:t>
              </a:r>
            </a:p>
            <a:p>
              <a:r>
                <a:rPr lang="en-US" dirty="0">
                  <a:latin typeface="Times New Roman"/>
                  <a:cs typeface="Times New Roman"/>
                </a:rPr>
                <a:t>Error Messages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1099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McMaster University, Faculty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Joshua Engel</cp:lastModifiedBy>
  <cp:revision>10</cp:revision>
  <dcterms:created xsi:type="dcterms:W3CDTF">2016-09-17T12:04:26Z</dcterms:created>
  <dcterms:modified xsi:type="dcterms:W3CDTF">2026-10-17T22:26:48Z</dcterms:modified>
</cp:coreProperties>
</file>